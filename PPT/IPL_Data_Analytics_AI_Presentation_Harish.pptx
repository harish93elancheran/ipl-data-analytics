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72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5" r:id="rId11"/>
    <p:sldId id="264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0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6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4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1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7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0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6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1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6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6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6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62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0023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06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74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30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91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8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6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Ipl%20Analysis%20Project.pbix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240" y="1170472"/>
            <a:ext cx="9404723" cy="1400530"/>
          </a:xfrm>
        </p:spPr>
        <p:txBody>
          <a:bodyPr/>
          <a:lstStyle/>
          <a:p>
            <a:pPr>
              <a:defRPr sz="2800"/>
            </a:pPr>
            <a:r>
              <a:rPr sz="3600" b="1" dirty="0"/>
              <a:t>IPL Data Analytics &amp; AI-Driven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148" y="3213556"/>
            <a:ext cx="921438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/>
            </a:pPr>
            <a:r>
              <a:rPr sz="2400" b="1" dirty="0"/>
              <a:t>Strategic Insights using SQL, Python, Power BI, </a:t>
            </a:r>
            <a:r>
              <a:rPr sz="2400" b="1" dirty="0" smtClean="0"/>
              <a:t>DAX</a:t>
            </a:r>
            <a:r>
              <a:rPr lang="en-US" sz="2400" b="1" dirty="0" smtClean="0"/>
              <a:t>,AI and ML</a:t>
            </a:r>
            <a:r>
              <a:rPr sz="2400" b="1" dirty="0"/>
              <a:t/>
            </a:r>
            <a:br>
              <a:rPr sz="2400" b="1" dirty="0"/>
            </a:br>
            <a:endParaRPr lang="en-US" sz="2400" b="1" dirty="0" smtClean="0"/>
          </a:p>
        </p:txBody>
      </p:sp>
      <p:sp>
        <p:nvSpPr>
          <p:cNvPr id="4" name="Rectangle 3"/>
          <p:cNvSpPr/>
          <p:nvPr/>
        </p:nvSpPr>
        <p:spPr>
          <a:xfrm>
            <a:off x="990240" y="5283886"/>
            <a:ext cx="37112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sz="2800" b="1" dirty="0"/>
              <a:t>Presented by: Harish</a:t>
            </a:r>
          </a:p>
        </p:txBody>
      </p:sp>
      <p:sp>
        <p:nvSpPr>
          <p:cNvPr id="5" name="Right Arrow 4">
            <a:hlinkClick r:id="rId2" action="ppaction://hlinkfile"/>
          </p:cNvPr>
          <p:cNvSpPr/>
          <p:nvPr/>
        </p:nvSpPr>
        <p:spPr>
          <a:xfrm>
            <a:off x="10568724" y="422787"/>
            <a:ext cx="432619" cy="2359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27153"/>
          </a:xfrm>
        </p:spPr>
        <p:txBody>
          <a:bodyPr/>
          <a:lstStyle/>
          <a:p>
            <a:r>
              <a:rPr lang="en-US" sz="2800" b="1" dirty="0"/>
              <a:t>Introduction to the Indian Premier League (IPL)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581" y="1425530"/>
            <a:ext cx="1101213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Indian Premier League (IPL)</a:t>
            </a:r>
            <a:r>
              <a:rPr lang="en-US" sz="2000" dirty="0"/>
              <a:t> is the world's premier T20 cricket tournament, launched in </a:t>
            </a:r>
            <a:r>
              <a:rPr lang="en-US" sz="2000" b="1" dirty="0"/>
              <a:t>2008</a:t>
            </a:r>
            <a:r>
              <a:rPr lang="en-US" sz="2000" dirty="0"/>
              <a:t> by the </a:t>
            </a:r>
            <a:r>
              <a:rPr lang="en-US" sz="2000" b="1" dirty="0"/>
              <a:t>Board of Control for Cricket in India (BCCI)</a:t>
            </a:r>
            <a:r>
              <a:rPr lang="en-US" sz="2000" dirty="0"/>
              <a:t>. Featuring franchise-based teams, the IPL brings together the best domestic and international cricketers in a fast-paced, highly competitive format. Renowned for its thrilling matches, world-class talent, and passionate fan base, the league has transformed cricket through innovation, entertainment, and data-driven performance analysis.</a:t>
            </a:r>
          </a:p>
          <a:p>
            <a:r>
              <a:rPr lang="en-US" sz="2000" b="1" dirty="0"/>
              <a:t>Key Highlights: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🏏 Established in </a:t>
            </a:r>
            <a:r>
              <a:rPr lang="en-US" sz="2000" b="1" dirty="0"/>
              <a:t>2008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🌍 One of the most-watched cricket leagues globally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👥 Features top international and Indian players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📊 Rich source of cricket statistics and performance analytics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💰 One of the highest-valued sporting leagues in the world </a:t>
            </a:r>
          </a:p>
          <a:p>
            <a:r>
              <a:rPr lang="en-US" sz="2000" dirty="0"/>
              <a:t>This IPL Analytics Dashboard leverages historical match and ball-by-ball data to uncover insights into team performance, player statistics, match trends, venue analysis, and predictive analytics using Power BI and AI-driven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209566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/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5550" y="1559397"/>
            <a:ext cx="101557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Business Problem</a:t>
            </a:r>
          </a:p>
          <a:p>
            <a:r>
              <a:rPr lang="en-US" sz="2400" dirty="0"/>
              <a:t>IPL generates millions of ball-by-ball records every season. Extracting actionable insights manually is time-consuming and inefficient.</a:t>
            </a:r>
          </a:p>
          <a:p>
            <a:r>
              <a:rPr lang="en-US" sz="2400" b="1" dirty="0"/>
              <a:t>Project Goal</a:t>
            </a:r>
          </a:p>
          <a:p>
            <a:r>
              <a:rPr lang="en-US" sz="2400" dirty="0"/>
              <a:t>Develop an interactive Power BI solution that enables teams, analysts, and cricket enthusiasts to analyze player performance, team performance, venue behavior, scoring trends, and future predictions through AI-driven analytics.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1039"/>
          </a:xfrm>
        </p:spPr>
        <p:txBody>
          <a:bodyPr/>
          <a:lstStyle/>
          <a:p>
            <a:pPr>
              <a:defRPr sz="2800"/>
            </a:pPr>
            <a:r>
              <a:rPr b="1" dirty="0"/>
              <a:t>Dataset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5551" y="1529899"/>
            <a:ext cx="95658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Datasets</a:t>
            </a:r>
          </a:p>
          <a:p>
            <a:r>
              <a:rPr lang="en-US" sz="2400" dirty="0"/>
              <a:t>IPL Matches </a:t>
            </a:r>
          </a:p>
          <a:p>
            <a:r>
              <a:rPr lang="en-US" sz="2400" dirty="0"/>
              <a:t>Ball-by-Ball Data </a:t>
            </a:r>
          </a:p>
          <a:p>
            <a:r>
              <a:rPr lang="en-US" sz="2400" dirty="0"/>
              <a:t>Teams </a:t>
            </a:r>
          </a:p>
          <a:p>
            <a:r>
              <a:rPr lang="en-US" sz="2400" dirty="0"/>
              <a:t>Players </a:t>
            </a:r>
          </a:p>
          <a:p>
            <a:r>
              <a:rPr lang="en-US" sz="2400" b="1" dirty="0"/>
              <a:t>Technologies</a:t>
            </a:r>
          </a:p>
          <a:p>
            <a:r>
              <a:rPr lang="en-US" sz="2400" dirty="0"/>
              <a:t>MySQL </a:t>
            </a:r>
          </a:p>
          <a:p>
            <a:r>
              <a:rPr lang="en-US" sz="2400" dirty="0"/>
              <a:t>Excel </a:t>
            </a:r>
          </a:p>
          <a:p>
            <a:r>
              <a:rPr lang="en-US" sz="2400" dirty="0"/>
              <a:t>Python </a:t>
            </a:r>
          </a:p>
          <a:p>
            <a:r>
              <a:rPr lang="en-US" sz="2400" dirty="0"/>
              <a:t>Power BI </a:t>
            </a:r>
          </a:p>
          <a:p>
            <a:r>
              <a:rPr lang="en-US" sz="2400" dirty="0"/>
              <a:t>DAX </a:t>
            </a:r>
          </a:p>
          <a:p>
            <a:r>
              <a:rPr lang="en-US" sz="2400" dirty="0" smtClean="0"/>
              <a:t>AI &amp; Machine </a:t>
            </a:r>
            <a:r>
              <a:rPr lang="en-US" sz="2400" dirty="0"/>
              <a:t>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3463"/>
          </a:xfrm>
        </p:spPr>
        <p:txBody>
          <a:bodyPr/>
          <a:lstStyle/>
          <a:p>
            <a:r>
              <a:rPr lang="en-US" sz="2800" b="1" dirty="0"/>
              <a:t>Data Pipeline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99652" y="1553938"/>
            <a:ext cx="932589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Raw IPL CSV Files</a:t>
            </a:r>
          </a:p>
          <a:p>
            <a:r>
              <a:rPr lang="en-US" sz="2000" dirty="0"/>
              <a:t>        ↓</a:t>
            </a:r>
          </a:p>
          <a:p>
            <a:r>
              <a:rPr lang="en-US" sz="2000" dirty="0"/>
              <a:t>Data Cleaning</a:t>
            </a:r>
          </a:p>
          <a:p>
            <a:r>
              <a:rPr lang="en-US" sz="2000" dirty="0"/>
              <a:t>        ↓</a:t>
            </a:r>
          </a:p>
          <a:p>
            <a:r>
              <a:rPr lang="en-US" sz="2000" dirty="0"/>
              <a:t>MySQL Database</a:t>
            </a:r>
          </a:p>
          <a:p>
            <a:r>
              <a:rPr lang="en-US" sz="2000" dirty="0"/>
              <a:t>        ↓</a:t>
            </a:r>
          </a:p>
          <a:p>
            <a:r>
              <a:rPr lang="en-US" sz="2000" dirty="0"/>
              <a:t>Power BI Data Model</a:t>
            </a:r>
          </a:p>
          <a:p>
            <a:r>
              <a:rPr lang="en-US" sz="2000" dirty="0"/>
              <a:t>        ↓</a:t>
            </a:r>
          </a:p>
          <a:p>
            <a:r>
              <a:rPr lang="en-US" sz="2000" dirty="0"/>
              <a:t>DAX Measures</a:t>
            </a:r>
          </a:p>
          <a:p>
            <a:r>
              <a:rPr lang="en-US" sz="2000" dirty="0"/>
              <a:t>        ↓</a:t>
            </a:r>
          </a:p>
          <a:p>
            <a:r>
              <a:rPr lang="en-US" sz="2000" dirty="0"/>
              <a:t>Interactive Dashboards</a:t>
            </a:r>
          </a:p>
          <a:p>
            <a:r>
              <a:rPr lang="en-US" sz="2000" dirty="0"/>
              <a:t>        ↓</a:t>
            </a:r>
          </a:p>
          <a:p>
            <a:r>
              <a:rPr lang="en-US" sz="2000" dirty="0"/>
              <a:t>Python Visuals</a:t>
            </a:r>
          </a:p>
          <a:p>
            <a:r>
              <a:rPr lang="en-US" sz="2000" dirty="0"/>
              <a:t>        ↓</a:t>
            </a:r>
          </a:p>
          <a:p>
            <a:r>
              <a:rPr lang="en-US" sz="2000" dirty="0"/>
              <a:t>AI </a:t>
            </a:r>
            <a:r>
              <a:rPr lang="en-US" sz="2000" dirty="0" smtClean="0"/>
              <a:t>&amp; ML Prediction </a:t>
            </a:r>
            <a:r>
              <a:rPr lang="en-US" sz="2000" dirty="0"/>
              <a:t>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4972"/>
          </a:xfrm>
        </p:spPr>
        <p:txBody>
          <a:bodyPr/>
          <a:lstStyle/>
          <a:p>
            <a:r>
              <a:rPr lang="en-US" sz="2800" b="1" dirty="0" smtClean="0"/>
              <a:t>Data Preparation and Feature Engineering</a:t>
            </a:r>
            <a:endParaRPr lang="en-US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875070" y="1307690"/>
            <a:ext cx="1078598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Cleaning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Removed duplicate records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Handled missing values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Standardized player and team names</a:t>
            </a:r>
          </a:p>
          <a:p>
            <a:pPr>
              <a:spcBef>
                <a:spcPct val="0"/>
              </a:spcBef>
            </a:pPr>
            <a:r>
              <a:rPr lang="en-US" sz="20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Standardized match formats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Organized season-wise datasets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Feature Engineering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Strike Rate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Batting Average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Economy Rate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Win Percentage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 Boundary Percentage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Modeling</a:t>
            </a:r>
          </a:p>
          <a:p>
            <a:pPr>
              <a:spcBef>
                <a:spcPct val="0"/>
              </a:spcBef>
            </a:pP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Established relationships between Matches, Players, Teams, Deliveries, and Venues to enable interactive reporting.</a:t>
            </a:r>
          </a:p>
        </p:txBody>
      </p:sp>
    </p:spTree>
    <p:extLst>
      <p:ext uri="{BB962C8B-B14F-4D97-AF65-F5344CB8AC3E}">
        <p14:creationId xmlns:p14="http://schemas.microsoft.com/office/powerpoint/2010/main" val="156194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48495"/>
          </a:xfrm>
        </p:spPr>
        <p:txBody>
          <a:bodyPr/>
          <a:lstStyle/>
          <a:p>
            <a:pPr>
              <a:defRPr sz="2800"/>
            </a:pPr>
            <a:r>
              <a:rPr b="1" dirty="0"/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6222" y="1628222"/>
            <a:ext cx="102540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/>
              <a:t>KPIs: Season Winner, Orange Cap, Purple Cap, Matches, Runs, Wickets, Venues, Fours, Sixes.</a:t>
            </a:r>
            <a:br>
              <a:rPr sz="2400" dirty="0"/>
            </a:br>
            <a:r>
              <a:rPr lang="en-US" sz="2400" b="1" dirty="0"/>
              <a:t>Insights</a:t>
            </a:r>
          </a:p>
          <a:p>
            <a:r>
              <a:rPr lang="en-US" sz="2400" dirty="0"/>
              <a:t>Executive dashboard provides season-level performance at a glance. </a:t>
            </a:r>
          </a:p>
          <a:p>
            <a:r>
              <a:rPr lang="en-US" sz="2400" dirty="0"/>
              <a:t>Interactive slicers enable comparison across teams and seasons. </a:t>
            </a:r>
          </a:p>
          <a:p>
            <a:r>
              <a:rPr lang="en-US" sz="2400" dirty="0"/>
              <a:t>KPIs automatically update based on selected filters.</a:t>
            </a:r>
          </a:p>
        </p:txBody>
      </p:sp>
      <p:sp>
        <p:nvSpPr>
          <p:cNvPr id="4" name="Right Arrow 3">
            <a:hlinkClick r:id="rId2" action="ppaction://hlinksldjump"/>
          </p:cNvPr>
          <p:cNvSpPr/>
          <p:nvPr/>
        </p:nvSpPr>
        <p:spPr>
          <a:xfrm>
            <a:off x="10559845" y="245806"/>
            <a:ext cx="403123" cy="294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5997"/>
          </a:xfrm>
        </p:spPr>
        <p:txBody>
          <a:bodyPr/>
          <a:lstStyle/>
          <a:p>
            <a:pPr>
              <a:defRPr sz="2800"/>
            </a:pPr>
            <a:r>
              <a:rPr b="1" dirty="0"/>
              <a:t>Batting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7061" y="1168715"/>
            <a:ext cx="107751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smtClean="0"/>
              <a:t>Interactive </a:t>
            </a:r>
            <a:r>
              <a:rPr lang="en-US" sz="2400" dirty="0"/>
              <a:t>comparison of batters across all IPL seasons. </a:t>
            </a:r>
          </a:p>
          <a:p>
            <a:r>
              <a:rPr lang="en-US" sz="2400" dirty="0"/>
              <a:t>Player consistency measured using Batting Average instead of only total runs. </a:t>
            </a:r>
          </a:p>
          <a:p>
            <a:r>
              <a:rPr lang="en-US" sz="2400" dirty="0"/>
              <a:t>Strike Rate and Boundary Percentage identify aggressive finishers. </a:t>
            </a:r>
          </a:p>
          <a:p>
            <a:r>
              <a:rPr lang="en-US" sz="2400" dirty="0"/>
              <a:t>Six-Hitting Analysis highlights power hitters who accelerate scoring during death overs. </a:t>
            </a:r>
          </a:p>
          <a:p>
            <a:r>
              <a:rPr lang="en-US" sz="2400" dirty="0"/>
              <a:t>Highest Individual Score identifies match-winning innings. </a:t>
            </a:r>
          </a:p>
          <a:p>
            <a:r>
              <a:rPr lang="en-US" sz="2400" b="1" dirty="0"/>
              <a:t>Key Insights</a:t>
            </a:r>
          </a:p>
          <a:p>
            <a:r>
              <a:rPr lang="en-US" sz="2400" dirty="0"/>
              <a:t>✔ High strike-rate batters consistently contribute to successful run chases.</a:t>
            </a:r>
          </a:p>
          <a:p>
            <a:r>
              <a:rPr lang="en-US" sz="2400" dirty="0"/>
              <a:t>✔ Players maintaining both high average and strike rate provide greater long-term value than players relying on occasional big innings.</a:t>
            </a:r>
          </a:p>
          <a:p>
            <a:r>
              <a:rPr lang="en-US" sz="2400" dirty="0"/>
              <a:t>✔ Boundary Percentage is a stronger indicator of batting intent than total runs alone.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77992"/>
          </a:xfrm>
        </p:spPr>
        <p:txBody>
          <a:bodyPr/>
          <a:lstStyle/>
          <a:p>
            <a:pPr>
              <a:defRPr sz="2800"/>
            </a:pPr>
            <a:r>
              <a:rPr b="1" dirty="0"/>
              <a:t>Bowling &amp; Fielding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4041" y="1795371"/>
            <a:ext cx="102049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Insights</a:t>
            </a:r>
          </a:p>
          <a:p>
            <a:r>
              <a:rPr lang="en-US" sz="2400" dirty="0"/>
              <a:t>✔ Economy Rate proved more influential in restricting opponents than wicket count alone.</a:t>
            </a:r>
          </a:p>
          <a:p>
            <a:r>
              <a:rPr lang="en-US" sz="2400" dirty="0"/>
              <a:t>✔ Bowlers with consistent economy below the tournament average created greater pressure during middle overs.</a:t>
            </a:r>
          </a:p>
          <a:p>
            <a:r>
              <a:rPr lang="en-US" sz="2400" dirty="0"/>
              <a:t>✔ Five-Wicket Hauls were rare events, while disciplined bowling across multiple matches had higher overall impact.</a:t>
            </a:r>
          </a:p>
          <a:p>
            <a:r>
              <a:rPr lang="en-US" sz="2400" dirty="0"/>
              <a:t>✔ Death-over specialists significantly influenced match outcomes.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2400" dirty="0"/>
              <a:t>Consistent wicket-taking and fielding improve win probability.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5643"/>
          </a:xfrm>
        </p:spPr>
        <p:txBody>
          <a:bodyPr/>
          <a:lstStyle/>
          <a:p>
            <a:pPr>
              <a:defRPr sz="2800"/>
            </a:pPr>
            <a:r>
              <a:rPr b="1" dirty="0" smtClean="0"/>
              <a:t>Points </a:t>
            </a:r>
            <a:r>
              <a:rPr b="1" dirty="0"/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1045" y="1268361"/>
            <a:ext cx="975359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Displays the team standings for each IPL season.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Includes Matches Played, Won, Lost, No Result, Points, and Net Run Rate (NRR).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Teams are ranked based on total points and NRR.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Season Slicer allows users to view standings for a specific IPL season.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Helps compare team performance and league position at a glance.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07488"/>
          </a:xfrm>
        </p:spPr>
        <p:txBody>
          <a:bodyPr/>
          <a:lstStyle/>
          <a:p>
            <a:pPr>
              <a:defRPr sz="2800"/>
            </a:pPr>
            <a:r>
              <a:rPr b="1" dirty="0"/>
              <a:t>Venue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3539" y="1687216"/>
            <a:ext cx="101164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Insights</a:t>
            </a:r>
          </a:p>
          <a:p>
            <a:r>
              <a:rPr lang="en-US" sz="2400" dirty="0"/>
              <a:t>✔ Certain venues consistently produced batting-friendly conditions with higher average first-innings scores.</a:t>
            </a:r>
          </a:p>
          <a:p>
            <a:r>
              <a:rPr lang="en-US" sz="2400" dirty="0"/>
              <a:t>✔ Bowling-friendly venues rewarded disciplined pace and spin attacks.</a:t>
            </a:r>
          </a:p>
          <a:p>
            <a:r>
              <a:rPr lang="en-US" sz="2400" dirty="0"/>
              <a:t>✔ Venue characteristics influenced team selection, batting order, and bowling strategy.</a:t>
            </a:r>
          </a:p>
          <a:p>
            <a:r>
              <a:rPr lang="en-US" sz="2400" dirty="0"/>
              <a:t>✔ Teams adapted differently based on venue-specific scoring patterns.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77992"/>
          </a:xfrm>
        </p:spPr>
        <p:txBody>
          <a:bodyPr/>
          <a:lstStyle/>
          <a:p>
            <a:pPr>
              <a:defRPr sz="2800"/>
            </a:pPr>
            <a:r>
              <a:rPr b="1" dirty="0"/>
              <a:t>AI </a:t>
            </a:r>
            <a:r>
              <a:rPr b="1" dirty="0" smtClean="0"/>
              <a:t>&amp;</a:t>
            </a:r>
            <a:r>
              <a:rPr lang="en-US" b="1" dirty="0" smtClean="0"/>
              <a:t> ML</a:t>
            </a:r>
            <a:r>
              <a:rPr b="1" dirty="0" smtClean="0"/>
              <a:t> </a:t>
            </a:r>
            <a:r>
              <a:rPr b="1" dirty="0"/>
              <a:t>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054" y="1319489"/>
            <a:ext cx="1031305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AI Performance Forecasting</a:t>
            </a:r>
          </a:p>
          <a:p>
            <a:r>
              <a:rPr lang="en-US" sz="2400" b="1" dirty="0"/>
              <a:t>Implemented</a:t>
            </a:r>
          </a:p>
          <a:p>
            <a:r>
              <a:rPr lang="en-US" sz="2400" dirty="0"/>
              <a:t>Season-wise Run Prediction </a:t>
            </a:r>
          </a:p>
          <a:p>
            <a:r>
              <a:rPr lang="en-US" sz="2400" dirty="0"/>
              <a:t>Wicket Forecasting </a:t>
            </a:r>
          </a:p>
          <a:p>
            <a:r>
              <a:rPr lang="en-US" sz="2400" dirty="0"/>
              <a:t>Trend Analysis </a:t>
            </a:r>
          </a:p>
          <a:p>
            <a:r>
              <a:rPr lang="en-US" sz="2400" dirty="0"/>
              <a:t>Python Visual Integration </a:t>
            </a:r>
          </a:p>
          <a:p>
            <a:r>
              <a:rPr lang="en-US" sz="2400" dirty="0"/>
              <a:t>Predictive Dashboard Cards </a:t>
            </a:r>
          </a:p>
          <a:p>
            <a:r>
              <a:rPr lang="en-US" sz="2400" b="1" dirty="0"/>
              <a:t>Business Value</a:t>
            </a:r>
          </a:p>
          <a:p>
            <a:r>
              <a:rPr lang="en-US" sz="2400" dirty="0"/>
              <a:t>✔ Estimate future team performance.</a:t>
            </a:r>
          </a:p>
          <a:p>
            <a:r>
              <a:rPr lang="en-US" sz="2400" dirty="0"/>
              <a:t>✔ Support auction planning.</a:t>
            </a:r>
          </a:p>
          <a:p>
            <a:r>
              <a:rPr lang="en-US" sz="2400" dirty="0"/>
              <a:t>✔ Identify emerging players.</a:t>
            </a:r>
          </a:p>
          <a:p>
            <a:r>
              <a:rPr lang="en-US" sz="2400" dirty="0"/>
              <a:t>✔ Improve match strategy using historical trends.</a:t>
            </a:r>
          </a:p>
          <a:p>
            <a:pPr algn="l">
              <a:defRPr sz="2000"/>
            </a:pP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28830"/>
          </a:xfrm>
        </p:spPr>
        <p:txBody>
          <a:bodyPr/>
          <a:lstStyle/>
          <a:p>
            <a:pPr>
              <a:defRPr sz="2800"/>
            </a:pPr>
            <a:r>
              <a:rPr b="1" dirty="0"/>
              <a:t>Project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85" y="1620998"/>
            <a:ext cx="10409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✔ Processed multiple IPL datasets into a unified analytical model.</a:t>
            </a:r>
          </a:p>
          <a:p>
            <a:r>
              <a:rPr lang="en-US" sz="2400" dirty="0"/>
              <a:t>✔ Built DAX measures for advanced KPI calculations.</a:t>
            </a:r>
          </a:p>
          <a:p>
            <a:r>
              <a:rPr lang="en-US" sz="2400" dirty="0"/>
              <a:t>✔ Developed interactive dashboards with drill-through, slicers, and custom visuals.</a:t>
            </a:r>
          </a:p>
          <a:p>
            <a:r>
              <a:rPr lang="en-US" sz="2400" dirty="0"/>
              <a:t>✔ Integrated Python visuals for advanced analytics.</a:t>
            </a:r>
          </a:p>
          <a:p>
            <a:r>
              <a:rPr lang="en-US" sz="2400" dirty="0"/>
              <a:t>✔ Added AI-based forecasting to support predictive decision-making.</a:t>
            </a:r>
          </a:p>
          <a:p>
            <a:r>
              <a:rPr lang="en-US" sz="2400" dirty="0"/>
              <a:t>✔ Reduced manual analysis by enabling dynamic, self-service reporting.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27153"/>
          </a:xfrm>
        </p:spPr>
        <p:txBody>
          <a:bodyPr/>
          <a:lstStyle/>
          <a:p>
            <a:pPr>
              <a:defRPr sz="2800"/>
            </a:pPr>
            <a:r>
              <a:rPr b="1" dirty="0"/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6752" y="1736378"/>
            <a:ext cx="102481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Machine Learning Match Winner Prediction </a:t>
            </a:r>
          </a:p>
          <a:p>
            <a:r>
              <a:rPr lang="en-US" sz="2400" dirty="0"/>
              <a:t>Player Auction Value Prediction </a:t>
            </a:r>
          </a:p>
          <a:p>
            <a:r>
              <a:rPr lang="en-US" sz="2400" dirty="0"/>
              <a:t>Fantasy Team Recommendation </a:t>
            </a:r>
          </a:p>
          <a:p>
            <a:r>
              <a:rPr lang="en-US" sz="2400" dirty="0"/>
              <a:t>Live IPL API Integration </a:t>
            </a:r>
          </a:p>
          <a:p>
            <a:r>
              <a:rPr lang="en-US" sz="2400" dirty="0"/>
              <a:t>AI </a:t>
            </a:r>
            <a:r>
              <a:rPr lang="en-US" sz="2400" dirty="0" err="1"/>
              <a:t>Chatbot</a:t>
            </a:r>
            <a:r>
              <a:rPr lang="en-US" sz="2400" dirty="0"/>
              <a:t> </a:t>
            </a:r>
          </a:p>
          <a:p>
            <a:r>
              <a:rPr lang="en-US" sz="2400" dirty="0"/>
              <a:t>Player Clustering using K-Means </a:t>
            </a:r>
          </a:p>
          <a:p>
            <a:r>
              <a:rPr lang="en-US" sz="2400" dirty="0"/>
              <a:t>Deep Learning Performance Forecasting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2128" y="3047999"/>
            <a:ext cx="5673213" cy="796414"/>
          </a:xfrm>
        </p:spPr>
        <p:txBody>
          <a:bodyPr/>
          <a:lstStyle/>
          <a:p>
            <a:pPr algn="ctr">
              <a:defRPr sz="2800"/>
            </a:pPr>
            <a:r>
              <a:rPr sz="3200" b="1" dirty="0"/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566</TotalTime>
  <Words>832</Words>
  <Application>Microsoft Office PowerPoint</Application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Wingdings</vt:lpstr>
      <vt:lpstr>Wingdings 3</vt:lpstr>
      <vt:lpstr>Ion</vt:lpstr>
      <vt:lpstr>IPL Data Analytics &amp; AI-Driven Performance Dashboard</vt:lpstr>
      <vt:lpstr>Introduction to the Indian Premier League (IPL)</vt:lpstr>
      <vt:lpstr>Project Objective</vt:lpstr>
      <vt:lpstr>Dataset &amp; Technology Stack</vt:lpstr>
      <vt:lpstr>Data Pipeline &amp; Architecture</vt:lpstr>
      <vt:lpstr>Data Preparation and Feature Engineering</vt:lpstr>
      <vt:lpstr>Dashboard Overview</vt:lpstr>
      <vt:lpstr>Batting Intelligence</vt:lpstr>
      <vt:lpstr>Bowling &amp; Fielding Intelligence</vt:lpstr>
      <vt:lpstr>Points Table</vt:lpstr>
      <vt:lpstr>Venue Intelligence</vt:lpstr>
      <vt:lpstr>AI &amp; ML Predictive Analytics</vt:lpstr>
      <vt:lpstr>Project Impact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Data Analytics &amp; AI-Driven Performance Dashboard</dc:title>
  <dc:subject/>
  <dc:creator>DELL</dc:creator>
  <cp:keywords/>
  <dc:description>generated using python-pptx</dc:description>
  <cp:lastModifiedBy>DELL</cp:lastModifiedBy>
  <cp:revision>35</cp:revision>
  <dcterms:created xsi:type="dcterms:W3CDTF">2013-01-27T09:14:16Z</dcterms:created>
  <dcterms:modified xsi:type="dcterms:W3CDTF">2026-08-17T05:48:45Z</dcterms:modified>
  <cp:category/>
</cp:coreProperties>
</file>